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66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3FA2EE-1935-4893-B3DC-4293BEF6186E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EE66F9-6E65-40D3-A796-C010F2B254E1}">
      <dgm:prSet phldrT="[Text]"/>
      <dgm:spPr/>
      <dgm:t>
        <a:bodyPr/>
        <a:lstStyle/>
        <a:p>
          <a:r>
            <a:rPr lang="vi-VN" dirty="0">
              <a:solidFill>
                <a:schemeClr val="tx1"/>
              </a:solidFill>
            </a:rPr>
            <a:t>Đào tạo chính quy đúng chương trình của bộ giáo dục và đào tạo </a:t>
          </a:r>
          <a:endParaRPr lang="en-US" dirty="0"/>
        </a:p>
      </dgm:t>
    </dgm:pt>
    <dgm:pt modelId="{67BE0F9E-BC21-42D5-81E9-762D08FD3E8D}" type="parTrans" cxnId="{B0A97161-8EED-4437-A6DE-45145A24DC76}">
      <dgm:prSet/>
      <dgm:spPr/>
      <dgm:t>
        <a:bodyPr/>
        <a:lstStyle/>
        <a:p>
          <a:endParaRPr lang="en-US"/>
        </a:p>
      </dgm:t>
    </dgm:pt>
    <dgm:pt modelId="{9E0AABB2-256E-43BC-8824-933804B47914}" type="sibTrans" cxnId="{B0A97161-8EED-4437-A6DE-45145A24DC76}">
      <dgm:prSet/>
      <dgm:spPr/>
      <dgm:t>
        <a:bodyPr/>
        <a:lstStyle/>
        <a:p>
          <a:endParaRPr lang="en-US"/>
        </a:p>
      </dgm:t>
    </dgm:pt>
    <dgm:pt modelId="{8B7902CE-E9F5-4744-B719-81F77DB3FCEE}">
      <dgm:prSet phldrT="[Text]"/>
      <dgm:spPr/>
      <dgm:t>
        <a:bodyPr/>
        <a:lstStyle/>
        <a:p>
          <a:r>
            <a:rPr lang="vi-VN" dirty="0">
              <a:solidFill>
                <a:schemeClr val="tx1"/>
              </a:solidFill>
            </a:rPr>
            <a:t>Đào tạo nhân lực giỏi lý thuyết , vững thực hành </a:t>
          </a:r>
          <a:endParaRPr lang="en-US" dirty="0"/>
        </a:p>
      </dgm:t>
    </dgm:pt>
    <dgm:pt modelId="{4D1BEDE9-04D0-4D02-B7B7-FA65F7C50BED}" type="parTrans" cxnId="{E66753F6-3E1A-443A-A8A1-62D7F38A1546}">
      <dgm:prSet/>
      <dgm:spPr/>
      <dgm:t>
        <a:bodyPr/>
        <a:lstStyle/>
        <a:p>
          <a:endParaRPr lang="en-US"/>
        </a:p>
      </dgm:t>
    </dgm:pt>
    <dgm:pt modelId="{C6E50426-6781-4BED-8B74-29E1B2B07CF9}" type="sibTrans" cxnId="{E66753F6-3E1A-443A-A8A1-62D7F38A1546}">
      <dgm:prSet/>
      <dgm:spPr/>
      <dgm:t>
        <a:bodyPr/>
        <a:lstStyle/>
        <a:p>
          <a:endParaRPr lang="en-US"/>
        </a:p>
      </dgm:t>
    </dgm:pt>
    <dgm:pt modelId="{B36FB44B-A4A3-4D6A-9995-4FA09B083C0B}">
      <dgm:prSet phldrT="[Text]"/>
      <dgm:spPr/>
      <dgm:t>
        <a:bodyPr/>
        <a:lstStyle/>
        <a:p>
          <a:r>
            <a:rPr lang="vi-VN" dirty="0">
              <a:solidFill>
                <a:schemeClr val="tx1"/>
              </a:solidFill>
            </a:rPr>
            <a:t>Đào tạo nhân lực theo nhu cầu xã hội</a:t>
          </a:r>
          <a:endParaRPr lang="en-US" dirty="0"/>
        </a:p>
      </dgm:t>
    </dgm:pt>
    <dgm:pt modelId="{08571D08-D44D-4CF9-A93B-B0645BF55DC1}" type="parTrans" cxnId="{BC56A46A-C629-4FF2-AA74-0ED61911563F}">
      <dgm:prSet/>
      <dgm:spPr/>
      <dgm:t>
        <a:bodyPr/>
        <a:lstStyle/>
        <a:p>
          <a:endParaRPr lang="en-US"/>
        </a:p>
      </dgm:t>
    </dgm:pt>
    <dgm:pt modelId="{5E4D29F1-C04D-4F69-A544-9473096B273D}" type="sibTrans" cxnId="{BC56A46A-C629-4FF2-AA74-0ED61911563F}">
      <dgm:prSet/>
      <dgm:spPr/>
      <dgm:t>
        <a:bodyPr/>
        <a:lstStyle/>
        <a:p>
          <a:endParaRPr lang="en-US"/>
        </a:p>
      </dgm:t>
    </dgm:pt>
    <dgm:pt modelId="{D4B718EE-8985-413E-9834-4810BC6E9D6E}" type="pres">
      <dgm:prSet presAssocID="{1E3FA2EE-1935-4893-B3DC-4293BEF6186E}" presName="linear" presStyleCnt="0">
        <dgm:presLayoutVars>
          <dgm:dir/>
          <dgm:animLvl val="lvl"/>
          <dgm:resizeHandles val="exact"/>
        </dgm:presLayoutVars>
      </dgm:prSet>
      <dgm:spPr/>
    </dgm:pt>
    <dgm:pt modelId="{BE576557-3410-4EE0-B200-A5257CC284DD}" type="pres">
      <dgm:prSet presAssocID="{30EE66F9-6E65-40D3-A796-C010F2B254E1}" presName="parentLin" presStyleCnt="0"/>
      <dgm:spPr/>
    </dgm:pt>
    <dgm:pt modelId="{C6A3206C-1AC8-4D87-9053-89B817840484}" type="pres">
      <dgm:prSet presAssocID="{30EE66F9-6E65-40D3-A796-C010F2B254E1}" presName="parentLeftMargin" presStyleLbl="node1" presStyleIdx="0" presStyleCnt="3"/>
      <dgm:spPr/>
    </dgm:pt>
    <dgm:pt modelId="{5EC94330-AF3C-49C3-A611-F9D5260FCD84}" type="pres">
      <dgm:prSet presAssocID="{30EE66F9-6E65-40D3-A796-C010F2B254E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4E65186-584F-4C14-9B6B-7BDA88DF4DB4}" type="pres">
      <dgm:prSet presAssocID="{30EE66F9-6E65-40D3-A796-C010F2B254E1}" presName="negativeSpace" presStyleCnt="0"/>
      <dgm:spPr/>
    </dgm:pt>
    <dgm:pt modelId="{11D9C156-CAAC-451D-9B10-080CACDAC411}" type="pres">
      <dgm:prSet presAssocID="{30EE66F9-6E65-40D3-A796-C010F2B254E1}" presName="childText" presStyleLbl="conFgAcc1" presStyleIdx="0" presStyleCnt="3">
        <dgm:presLayoutVars>
          <dgm:bulletEnabled val="1"/>
        </dgm:presLayoutVars>
      </dgm:prSet>
      <dgm:spPr/>
    </dgm:pt>
    <dgm:pt modelId="{226F8D84-F7FB-411F-93F7-9D455221ADF2}" type="pres">
      <dgm:prSet presAssocID="{9E0AABB2-256E-43BC-8824-933804B47914}" presName="spaceBetweenRectangles" presStyleCnt="0"/>
      <dgm:spPr/>
    </dgm:pt>
    <dgm:pt modelId="{06EC5ABF-D2F3-4B38-88E9-5D9E057B6318}" type="pres">
      <dgm:prSet presAssocID="{8B7902CE-E9F5-4744-B719-81F77DB3FCEE}" presName="parentLin" presStyleCnt="0"/>
      <dgm:spPr/>
    </dgm:pt>
    <dgm:pt modelId="{5094E082-6147-4081-A986-AA0A927B4E66}" type="pres">
      <dgm:prSet presAssocID="{8B7902CE-E9F5-4744-B719-81F77DB3FCEE}" presName="parentLeftMargin" presStyleLbl="node1" presStyleIdx="0" presStyleCnt="3"/>
      <dgm:spPr/>
    </dgm:pt>
    <dgm:pt modelId="{E3C07D21-EE64-41B7-8A7A-256E416A425E}" type="pres">
      <dgm:prSet presAssocID="{8B7902CE-E9F5-4744-B719-81F77DB3FCE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AF1CE4F-4A54-44D2-A342-6AE647F3DA2A}" type="pres">
      <dgm:prSet presAssocID="{8B7902CE-E9F5-4744-B719-81F77DB3FCEE}" presName="negativeSpace" presStyleCnt="0"/>
      <dgm:spPr/>
    </dgm:pt>
    <dgm:pt modelId="{BC02D106-46EE-4CBF-90B6-5F38D6FDCB48}" type="pres">
      <dgm:prSet presAssocID="{8B7902CE-E9F5-4744-B719-81F77DB3FCEE}" presName="childText" presStyleLbl="conFgAcc1" presStyleIdx="1" presStyleCnt="3">
        <dgm:presLayoutVars>
          <dgm:bulletEnabled val="1"/>
        </dgm:presLayoutVars>
      </dgm:prSet>
      <dgm:spPr/>
    </dgm:pt>
    <dgm:pt modelId="{66BDF07D-2D0D-46BC-A0E1-B1665453A1AA}" type="pres">
      <dgm:prSet presAssocID="{C6E50426-6781-4BED-8B74-29E1B2B07CF9}" presName="spaceBetweenRectangles" presStyleCnt="0"/>
      <dgm:spPr/>
    </dgm:pt>
    <dgm:pt modelId="{2E2AC40C-7561-4D04-9B42-8A4F2F44B017}" type="pres">
      <dgm:prSet presAssocID="{B36FB44B-A4A3-4D6A-9995-4FA09B083C0B}" presName="parentLin" presStyleCnt="0"/>
      <dgm:spPr/>
    </dgm:pt>
    <dgm:pt modelId="{2DEE45B9-F49F-4E80-85FC-7275CB881199}" type="pres">
      <dgm:prSet presAssocID="{B36FB44B-A4A3-4D6A-9995-4FA09B083C0B}" presName="parentLeftMargin" presStyleLbl="node1" presStyleIdx="1" presStyleCnt="3"/>
      <dgm:spPr/>
    </dgm:pt>
    <dgm:pt modelId="{5D6E5A7D-13F4-4C32-975C-B563E97AF1E3}" type="pres">
      <dgm:prSet presAssocID="{B36FB44B-A4A3-4D6A-9995-4FA09B083C0B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D8D60DB-B10C-4FA5-8FC1-D146392AE3D2}" type="pres">
      <dgm:prSet presAssocID="{B36FB44B-A4A3-4D6A-9995-4FA09B083C0B}" presName="negativeSpace" presStyleCnt="0"/>
      <dgm:spPr/>
    </dgm:pt>
    <dgm:pt modelId="{D008E449-918B-4AF4-8039-3245106B25C5}" type="pres">
      <dgm:prSet presAssocID="{B36FB44B-A4A3-4D6A-9995-4FA09B083C0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6E649111-A9AF-465E-8D2A-19A3E38CA4F6}" type="presOf" srcId="{30EE66F9-6E65-40D3-A796-C010F2B254E1}" destId="{5EC94330-AF3C-49C3-A611-F9D5260FCD84}" srcOrd="1" destOrd="0" presId="urn:microsoft.com/office/officeart/2005/8/layout/list1"/>
    <dgm:cxn modelId="{CA447318-1792-4576-9041-9E2521FF5738}" type="presOf" srcId="{30EE66F9-6E65-40D3-A796-C010F2B254E1}" destId="{C6A3206C-1AC8-4D87-9053-89B817840484}" srcOrd="0" destOrd="0" presId="urn:microsoft.com/office/officeart/2005/8/layout/list1"/>
    <dgm:cxn modelId="{B0A97161-8EED-4437-A6DE-45145A24DC76}" srcId="{1E3FA2EE-1935-4893-B3DC-4293BEF6186E}" destId="{30EE66F9-6E65-40D3-A796-C010F2B254E1}" srcOrd="0" destOrd="0" parTransId="{67BE0F9E-BC21-42D5-81E9-762D08FD3E8D}" sibTransId="{9E0AABB2-256E-43BC-8824-933804B47914}"/>
    <dgm:cxn modelId="{26F48B43-2F5F-4E71-8E06-7227A879AF81}" type="presOf" srcId="{8B7902CE-E9F5-4744-B719-81F77DB3FCEE}" destId="{5094E082-6147-4081-A986-AA0A927B4E66}" srcOrd="0" destOrd="0" presId="urn:microsoft.com/office/officeart/2005/8/layout/list1"/>
    <dgm:cxn modelId="{BC56A46A-C629-4FF2-AA74-0ED61911563F}" srcId="{1E3FA2EE-1935-4893-B3DC-4293BEF6186E}" destId="{B36FB44B-A4A3-4D6A-9995-4FA09B083C0B}" srcOrd="2" destOrd="0" parTransId="{08571D08-D44D-4CF9-A93B-B0645BF55DC1}" sibTransId="{5E4D29F1-C04D-4F69-A544-9473096B273D}"/>
    <dgm:cxn modelId="{9A684D78-C571-42D2-A703-67737F4FD207}" type="presOf" srcId="{B36FB44B-A4A3-4D6A-9995-4FA09B083C0B}" destId="{5D6E5A7D-13F4-4C32-975C-B563E97AF1E3}" srcOrd="1" destOrd="0" presId="urn:microsoft.com/office/officeart/2005/8/layout/list1"/>
    <dgm:cxn modelId="{CD6ABA8D-8ECA-4F81-A112-87AE1E3883AF}" type="presOf" srcId="{1E3FA2EE-1935-4893-B3DC-4293BEF6186E}" destId="{D4B718EE-8985-413E-9834-4810BC6E9D6E}" srcOrd="0" destOrd="0" presId="urn:microsoft.com/office/officeart/2005/8/layout/list1"/>
    <dgm:cxn modelId="{99B7E5F3-F479-42F5-985A-E22199E46BCA}" type="presOf" srcId="{B36FB44B-A4A3-4D6A-9995-4FA09B083C0B}" destId="{2DEE45B9-F49F-4E80-85FC-7275CB881199}" srcOrd="0" destOrd="0" presId="urn:microsoft.com/office/officeart/2005/8/layout/list1"/>
    <dgm:cxn modelId="{E66753F6-3E1A-443A-A8A1-62D7F38A1546}" srcId="{1E3FA2EE-1935-4893-B3DC-4293BEF6186E}" destId="{8B7902CE-E9F5-4744-B719-81F77DB3FCEE}" srcOrd="1" destOrd="0" parTransId="{4D1BEDE9-04D0-4D02-B7B7-FA65F7C50BED}" sibTransId="{C6E50426-6781-4BED-8B74-29E1B2B07CF9}"/>
    <dgm:cxn modelId="{551ED0FA-042C-49B9-AC04-E5ED4A1ADA1A}" type="presOf" srcId="{8B7902CE-E9F5-4744-B719-81F77DB3FCEE}" destId="{E3C07D21-EE64-41B7-8A7A-256E416A425E}" srcOrd="1" destOrd="0" presId="urn:microsoft.com/office/officeart/2005/8/layout/list1"/>
    <dgm:cxn modelId="{D7931204-3D00-4BC8-ADA8-3A28FF2C7C63}" type="presParOf" srcId="{D4B718EE-8985-413E-9834-4810BC6E9D6E}" destId="{BE576557-3410-4EE0-B200-A5257CC284DD}" srcOrd="0" destOrd="0" presId="urn:microsoft.com/office/officeart/2005/8/layout/list1"/>
    <dgm:cxn modelId="{EBAFE2E7-A3A0-4850-B930-2A721E1F0183}" type="presParOf" srcId="{BE576557-3410-4EE0-B200-A5257CC284DD}" destId="{C6A3206C-1AC8-4D87-9053-89B817840484}" srcOrd="0" destOrd="0" presId="urn:microsoft.com/office/officeart/2005/8/layout/list1"/>
    <dgm:cxn modelId="{C20061F6-4239-4020-9DCC-E2999F9EA2A2}" type="presParOf" srcId="{BE576557-3410-4EE0-B200-A5257CC284DD}" destId="{5EC94330-AF3C-49C3-A611-F9D5260FCD84}" srcOrd="1" destOrd="0" presId="urn:microsoft.com/office/officeart/2005/8/layout/list1"/>
    <dgm:cxn modelId="{2A104EC3-1ADD-4490-BCBE-0FFE310F2370}" type="presParOf" srcId="{D4B718EE-8985-413E-9834-4810BC6E9D6E}" destId="{B4E65186-584F-4C14-9B6B-7BDA88DF4DB4}" srcOrd="1" destOrd="0" presId="urn:microsoft.com/office/officeart/2005/8/layout/list1"/>
    <dgm:cxn modelId="{856152DF-BC57-4DCB-BA94-C0B21B5D6A1E}" type="presParOf" srcId="{D4B718EE-8985-413E-9834-4810BC6E9D6E}" destId="{11D9C156-CAAC-451D-9B10-080CACDAC411}" srcOrd="2" destOrd="0" presId="urn:microsoft.com/office/officeart/2005/8/layout/list1"/>
    <dgm:cxn modelId="{8CB739A3-5A5C-4883-BE14-844F776D7C73}" type="presParOf" srcId="{D4B718EE-8985-413E-9834-4810BC6E9D6E}" destId="{226F8D84-F7FB-411F-93F7-9D455221ADF2}" srcOrd="3" destOrd="0" presId="urn:microsoft.com/office/officeart/2005/8/layout/list1"/>
    <dgm:cxn modelId="{1B48E97F-B145-4031-B0D3-AA952626C9DE}" type="presParOf" srcId="{D4B718EE-8985-413E-9834-4810BC6E9D6E}" destId="{06EC5ABF-D2F3-4B38-88E9-5D9E057B6318}" srcOrd="4" destOrd="0" presId="urn:microsoft.com/office/officeart/2005/8/layout/list1"/>
    <dgm:cxn modelId="{786FE2D7-ADF1-46C8-9DE5-869D50513C0A}" type="presParOf" srcId="{06EC5ABF-D2F3-4B38-88E9-5D9E057B6318}" destId="{5094E082-6147-4081-A986-AA0A927B4E66}" srcOrd="0" destOrd="0" presId="urn:microsoft.com/office/officeart/2005/8/layout/list1"/>
    <dgm:cxn modelId="{F2356A8F-D06B-4FFC-A55E-9FCC3E26FE60}" type="presParOf" srcId="{06EC5ABF-D2F3-4B38-88E9-5D9E057B6318}" destId="{E3C07D21-EE64-41B7-8A7A-256E416A425E}" srcOrd="1" destOrd="0" presId="urn:microsoft.com/office/officeart/2005/8/layout/list1"/>
    <dgm:cxn modelId="{18F782C3-8B7B-4FC6-96A4-CB485EB9761F}" type="presParOf" srcId="{D4B718EE-8985-413E-9834-4810BC6E9D6E}" destId="{AAF1CE4F-4A54-44D2-A342-6AE647F3DA2A}" srcOrd="5" destOrd="0" presId="urn:microsoft.com/office/officeart/2005/8/layout/list1"/>
    <dgm:cxn modelId="{EE024FF5-527A-48AB-82E5-0B169D6EC4CB}" type="presParOf" srcId="{D4B718EE-8985-413E-9834-4810BC6E9D6E}" destId="{BC02D106-46EE-4CBF-90B6-5F38D6FDCB48}" srcOrd="6" destOrd="0" presId="urn:microsoft.com/office/officeart/2005/8/layout/list1"/>
    <dgm:cxn modelId="{A9C3B895-CE36-4A3D-94C2-6CEB0576109E}" type="presParOf" srcId="{D4B718EE-8985-413E-9834-4810BC6E9D6E}" destId="{66BDF07D-2D0D-46BC-A0E1-B1665453A1AA}" srcOrd="7" destOrd="0" presId="urn:microsoft.com/office/officeart/2005/8/layout/list1"/>
    <dgm:cxn modelId="{471D2E59-D58A-4088-A05B-9583041AF32F}" type="presParOf" srcId="{D4B718EE-8985-413E-9834-4810BC6E9D6E}" destId="{2E2AC40C-7561-4D04-9B42-8A4F2F44B017}" srcOrd="8" destOrd="0" presId="urn:microsoft.com/office/officeart/2005/8/layout/list1"/>
    <dgm:cxn modelId="{38985869-F643-4E54-911C-E1DC29A996B0}" type="presParOf" srcId="{2E2AC40C-7561-4D04-9B42-8A4F2F44B017}" destId="{2DEE45B9-F49F-4E80-85FC-7275CB881199}" srcOrd="0" destOrd="0" presId="urn:microsoft.com/office/officeart/2005/8/layout/list1"/>
    <dgm:cxn modelId="{8D3DFB87-5F1D-452F-8961-5DA48A0D0309}" type="presParOf" srcId="{2E2AC40C-7561-4D04-9B42-8A4F2F44B017}" destId="{5D6E5A7D-13F4-4C32-975C-B563E97AF1E3}" srcOrd="1" destOrd="0" presId="urn:microsoft.com/office/officeart/2005/8/layout/list1"/>
    <dgm:cxn modelId="{E2EC931A-860D-4F69-B5EB-93465B2F5121}" type="presParOf" srcId="{D4B718EE-8985-413E-9834-4810BC6E9D6E}" destId="{2D8D60DB-B10C-4FA5-8FC1-D146392AE3D2}" srcOrd="9" destOrd="0" presId="urn:microsoft.com/office/officeart/2005/8/layout/list1"/>
    <dgm:cxn modelId="{29CF3E25-8C42-4008-82BC-7ED06767AC59}" type="presParOf" srcId="{D4B718EE-8985-413E-9834-4810BC6E9D6E}" destId="{D008E449-918B-4AF4-8039-3245106B25C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9C156-CAAC-451D-9B10-080CACDAC411}">
      <dsp:nvSpPr>
        <dsp:cNvPr id="0" name=""/>
        <dsp:cNvSpPr/>
      </dsp:nvSpPr>
      <dsp:spPr>
        <a:xfrm>
          <a:off x="0" y="1151502"/>
          <a:ext cx="100583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C94330-AF3C-49C3-A611-F9D5260FCD84}">
      <dsp:nvSpPr>
        <dsp:cNvPr id="0" name=""/>
        <dsp:cNvSpPr/>
      </dsp:nvSpPr>
      <dsp:spPr>
        <a:xfrm>
          <a:off x="502920" y="900582"/>
          <a:ext cx="704088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>
              <a:solidFill>
                <a:schemeClr val="tx1"/>
              </a:solidFill>
            </a:rPr>
            <a:t>Đào tạo chính quy đúng chương trình của bộ giáo dục và đào tạo </a:t>
          </a:r>
          <a:endParaRPr lang="en-US" sz="1700" kern="1200" dirty="0"/>
        </a:p>
      </dsp:txBody>
      <dsp:txXfrm>
        <a:off x="527418" y="925080"/>
        <a:ext cx="6991884" cy="452844"/>
      </dsp:txXfrm>
    </dsp:sp>
    <dsp:sp modelId="{BC02D106-46EE-4CBF-90B6-5F38D6FDCB48}">
      <dsp:nvSpPr>
        <dsp:cNvPr id="0" name=""/>
        <dsp:cNvSpPr/>
      </dsp:nvSpPr>
      <dsp:spPr>
        <a:xfrm>
          <a:off x="0" y="1922622"/>
          <a:ext cx="100583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C07D21-EE64-41B7-8A7A-256E416A425E}">
      <dsp:nvSpPr>
        <dsp:cNvPr id="0" name=""/>
        <dsp:cNvSpPr/>
      </dsp:nvSpPr>
      <dsp:spPr>
        <a:xfrm>
          <a:off x="502920" y="1671702"/>
          <a:ext cx="704088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>
              <a:solidFill>
                <a:schemeClr val="tx1"/>
              </a:solidFill>
            </a:rPr>
            <a:t>Đào tạo nhân lực giỏi lý thuyết , vững thực hành </a:t>
          </a:r>
          <a:endParaRPr lang="en-US" sz="1700" kern="1200" dirty="0"/>
        </a:p>
      </dsp:txBody>
      <dsp:txXfrm>
        <a:off x="527418" y="1696200"/>
        <a:ext cx="6991884" cy="452844"/>
      </dsp:txXfrm>
    </dsp:sp>
    <dsp:sp modelId="{D008E449-918B-4AF4-8039-3245106B25C5}">
      <dsp:nvSpPr>
        <dsp:cNvPr id="0" name=""/>
        <dsp:cNvSpPr/>
      </dsp:nvSpPr>
      <dsp:spPr>
        <a:xfrm>
          <a:off x="0" y="2693742"/>
          <a:ext cx="10058399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6E5A7D-13F4-4C32-975C-B563E97AF1E3}">
      <dsp:nvSpPr>
        <dsp:cNvPr id="0" name=""/>
        <dsp:cNvSpPr/>
      </dsp:nvSpPr>
      <dsp:spPr>
        <a:xfrm>
          <a:off x="502920" y="2442822"/>
          <a:ext cx="7040880" cy="501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129" tIns="0" rIns="266129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1700" kern="1200" dirty="0">
              <a:solidFill>
                <a:schemeClr val="tx1"/>
              </a:solidFill>
            </a:rPr>
            <a:t>Đào tạo nhân lực theo nhu cầu xã hội</a:t>
          </a:r>
          <a:endParaRPr lang="en-US" sz="1700" kern="1200" dirty="0"/>
        </a:p>
      </dsp:txBody>
      <dsp:txXfrm>
        <a:off x="527418" y="2467320"/>
        <a:ext cx="6991884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293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91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43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82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154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89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92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2F87263-31C9-42F1-891D-7AAA3508B4B6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6C82A8C-58D6-49E3-8B90-DE9ABB98BD6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639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47E4C5-504B-4C1B-91F6-0E233B358D82}"/>
              </a:ext>
            </a:extLst>
          </p:cNvPr>
          <p:cNvSpPr/>
          <p:nvPr/>
        </p:nvSpPr>
        <p:spPr>
          <a:xfrm>
            <a:off x="1775512" y="2414145"/>
            <a:ext cx="9229385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vi-VN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GIỚI THIỆU KHOA KINH KẾ </a:t>
            </a:r>
          </a:p>
          <a:p>
            <a:pPr algn="ctr"/>
            <a:r>
              <a:rPr lang="vi-VN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ĐHLN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736626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F6E0F-E9CB-4409-8E95-D191541D9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63633"/>
            <a:ext cx="10058400" cy="1450757"/>
          </a:xfrm>
        </p:spPr>
        <p:txBody>
          <a:bodyPr/>
          <a:lstStyle/>
          <a:p>
            <a:pPr algn="ctr"/>
            <a:r>
              <a:rPr lang="vi-VN" dirty="0">
                <a:solidFill>
                  <a:srgbClr val="00B050"/>
                </a:solidFill>
              </a:rPr>
              <a:t>TẦM NHÌN VÀ SỨ MỆNH</a:t>
            </a:r>
            <a:endParaRPr lang="en-US" dirty="0">
              <a:solidFill>
                <a:srgbClr val="00B050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003E49D-7480-48EC-B6D5-7F549702CC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0519610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962219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15</TotalTime>
  <Words>45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Retrospect</vt:lpstr>
      <vt:lpstr>PowerPoint Presentation</vt:lpstr>
      <vt:lpstr>TẦM NHÌN VÀ SỨ MỆNH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huong08.work@gmail.com</dc:creator>
  <cp:lastModifiedBy>huong08.work@gmail.com</cp:lastModifiedBy>
  <cp:revision>1</cp:revision>
  <dcterms:created xsi:type="dcterms:W3CDTF">2026-01-18T07:40:43Z</dcterms:created>
  <dcterms:modified xsi:type="dcterms:W3CDTF">2026-01-18T07:56:24Z</dcterms:modified>
</cp:coreProperties>
</file>